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</a:rPr>
              <a:t>頤安本草 · 策略文件包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2E7"/>
                </a:solidFill>
                <a:latin typeface="Microsoft JhengHei"/>
              </a:rPr>
              <a:t>North Star 量度 ｜ GTM 摘要 ｜ 競品 Battlecard</a:t>
            </a:r>
            <a:br/>
            <a:r>
              <a:t>2026 年 6 月 ｜ oakvilles.com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North Star 量度計劃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Transaction Game · GA4 就緒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策略文件包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11155680" cy="10515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North Star = whatsapp_click</a:t>
            </a:r>
            <a:br/>
            <a:r>
              <a:t>用戶點擊 WhatsApp 6734 9532 — 反映「想預約／查詢」的高意圖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63C"/>
                </a:solidFill>
                <a:latin typeface="Microsoft JhengHei"/>
              </a:rPr>
              <a:t>5 個 Input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I1 booking_submit — 表單提交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I2 calculator_to_booking — 計算器導預約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I3 症狀頁 Sessions — SEO/廣告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I4 funnel_step 完成率 — 表單 UX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I5 高意圖 cta_click — hero/sticky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23A2E"/>
                </a:solidFill>
                <a:latin typeface="Microsoft JhengHei"/>
              </a:rPr>
              <a:t>P0 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填入 SITE_GA4_ID（site-config.js）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GTM：6 事件 + GA4 轉化標記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Google Ads / Meta Pixel 對齊 WA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月報：NSM + Input + 來源分解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GTM 一頁摘要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整合月度行銷方案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策略文件包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Beachhead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46304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中環上班族 + 外籍 /en/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自有內容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2140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4 IG + 4 FB + 2 Blog／月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70048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7977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付費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79776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Meta 5–8K + Google 5–8K HKD／月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28416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訊息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438144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循本溯源 · 症狀著陸 · WA 6734 9532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NSM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96512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whatsapp_click 月增 15–25%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45152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A463C"/>
                </a:solidFill>
                <a:latin typeface="Microsoft JhengHe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7548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Microsoft JhengHei"/>
              </a:rPr>
              <a:t>GA4 · GTM · Pixel · GBP · W1–2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JhengHei"/>
              </a:rPr>
              <a:t>90 日：P0 基礎 → 廣告試跑 W3–6 → 優化 W7–10 → 月度 ROI W11–12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競品 Battlecard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頤安 vs 養康 honscmc.com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策略文件包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463C"/>
                </a:solidFill>
                <a:latin typeface="Microsoft JhengHei"/>
              </a:rPr>
              <a:t>頤安贏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中環高端 + 雙語 62 頁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合規克制、一人一方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GA4 6 事件量度就緒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現代 UX：funnel + 計算器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Google 5.0 信任背書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23A2E"/>
                </a:solidFill>
                <a:latin typeface="Microsoft JhengHei"/>
              </a:rPr>
              <a:t>養康贏 · 我們應對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KOL 種草 → 中階 KOL 年 ~64K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首診優惠 → 不跟；強調專業價值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內容厚度 → 每月 2 Blog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促銷流量 → 症狀 SEO + 廣告著陸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32764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7F2E7"/>
                </a:solidFill>
                <a:latin typeface="Microsoft JhengHei"/>
              </a:rPr>
              <a:t>贏單：中環上班族、重視合規專業、症狀搜尋高意向　｜　輸單：價格極敏感、尖沙咀便利、美容塑形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